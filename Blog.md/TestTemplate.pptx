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media/image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CE6EE5-472C-4849-9F7C-45C3EA2315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6B135-27D7-4C79-BBAE-64A0043790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1186F9-8A8E-4939-BF6F-167B99613B31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8520" y="2102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844920" y="2988000"/>
            <a:ext cx="7615080" cy="0"/>
          </a:xfrm>
          <a:prstGeom prst="line">
            <a:avLst/>
          </a:prstGeom>
          <a:ln w="54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-72000" bIns="-72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00000" y="2520000"/>
            <a:ext cx="486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it-IT" sz="2000" b="0" u="none" strike="noStrike">
                <a:solidFill>
                  <a:srgbClr val="3465a4"/>
                </a:solidFill>
                <a:effectLst/>
                <a:uFillTx/>
                <a:latin typeface="URW Gothic"/>
              </a:rPr>
              <a:t>Legal Organizational Types</a:t>
            </a:r>
            <a:endParaRPr lang="it-IT" sz="2000" b="0" u="none" strike="noStrike">
              <a:solidFill>
                <a:srgbClr val="3465a4"/>
              </a:solidFill>
              <a:effectLst/>
              <a:uFillTx/>
              <a:latin typeface="URW Gothic"/>
            </a:endParaRPr>
          </a:p>
        </p:txBody>
      </p:sp>
      <p:pic>
        <p:nvPicPr>
          <p:cNvPr id="15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04000" y="38520"/>
            <a:ext cx="1568160" cy="117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88520" y="2102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04000" y="38520"/>
            <a:ext cx="1568160" cy="117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2026-01-07T12:29:47Z</dcterms:created>
  <dc:creator/>
  <dc:description/>
  <dc:language>it-IT</dc:language>
  <cp:lastModifiedBy/>
  <dcterms:modified xsi:type="dcterms:W3CDTF">2026-01-07T12:56:38Z</dcterms:modified>
  <cp:revision>3</cp:revision>
  <dc:subject/>
  <dc:title/>
</cp:coreProperties>
</file>